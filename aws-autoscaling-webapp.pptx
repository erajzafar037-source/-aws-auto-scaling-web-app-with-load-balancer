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Intro: a production-style, highly available, auto-scaling web tier fully defined as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Audience: AWS DevOps / cloud engineers. Shows resilience and automation.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Traffic: users -&gt; ALB (TLS terminates) -&gt; healthy instances across two AZs. NAT gateway provides outbound access for private subnets.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Modular layout so VPC, compute and monitoring can evolve and be reused independently.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Capacity never dips below current: new instances are launched and warmed before old ones are terminated.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step scaling as an alternative, plus Spot via a mixed instances policy.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Production environment can require reviewers for manual approval.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Dashboard JSON lives in the monitoring module; alarms are defined in Terraform.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Least privilege, no long-lived credentials anywhere.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each point to a specific line of Terraform in the repo.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0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828800"/>
            <a:ext cx="109728" cy="13716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68680" y="17373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Auto-Scaling Web App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2560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5D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Application Load Balancer, Terraform &amp; zero-downtime deploys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3291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ALB · ASG · Terraform · Packer · GitHub Actions · CloudWatch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20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88720"/>
            <a:ext cx="8229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available web app: ALB in front of a multi-AZ Auto Scaling Group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infrastructure in modular Terraform (VPC, ALB, ASG, monitoring)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deployments with zero downtime via golden AMIs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dashboard and alarms for ALB and ASG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in GitHub Actions: test, bake AMI, apply, verify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20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2103120"/>
            <a:ext cx="1097280" cy="822960"/>
          </a:xfrm>
          <a:prstGeom prst="roundRect">
            <a:avLst>
              <a:gd name="adj" fmla="val 8889"/>
            </a:avLst>
          </a:prstGeom>
          <a:solidFill>
            <a:srgbClr val="E3E8EE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2103120"/>
            <a:ext cx="10972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920240" y="2011680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920240" y="2011680"/>
            <a:ext cx="173736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· ACM · /health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06240" y="1097280"/>
            <a:ext cx="3017520" cy="3200400"/>
          </a:xfrm>
          <a:prstGeom prst="roundRect">
            <a:avLst>
              <a:gd name="adj" fmla="val 3030"/>
            </a:avLst>
          </a:prstGeom>
          <a:solidFill>
            <a:srgbClr val="E3E8EE"/>
          </a:solidFill>
          <a:ln w="12700">
            <a:solidFill>
              <a:srgbClr val="B8C2C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206240" y="11430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subnets (2 AZs)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80560" y="1554480"/>
            <a:ext cx="2468880" cy="822960"/>
          </a:xfrm>
          <a:prstGeom prst="roundRect">
            <a:avLst>
              <a:gd name="adj" fmla="val 8889"/>
            </a:avLst>
          </a:prstGeom>
          <a:solidFill>
            <a:srgbClr val="16202E"/>
          </a:solidFill>
          <a:ln w="12700">
            <a:solidFill>
              <a:srgbClr val="16202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80560" y="1554480"/>
            <a:ext cx="24688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· AZ-a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:8000 (ASG)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480560" y="2560320"/>
            <a:ext cx="2468880" cy="822960"/>
          </a:xfrm>
          <a:prstGeom prst="roundRect">
            <a:avLst>
              <a:gd name="adj" fmla="val 8889"/>
            </a:avLst>
          </a:prstGeom>
          <a:solidFill>
            <a:srgbClr val="16202E"/>
          </a:solidFill>
          <a:ln w="12700">
            <a:solidFill>
              <a:srgbClr val="16202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480560" y="2560320"/>
            <a:ext cx="246888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· AZ-b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:8000 (ASG)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480560" y="3520440"/>
            <a:ext cx="2468880" cy="640080"/>
          </a:xfrm>
          <a:prstGeom prst="roundRect">
            <a:avLst>
              <a:gd name="adj" fmla="val 11429"/>
            </a:avLst>
          </a:prstGeom>
          <a:solidFill>
            <a:srgbClr val="3B4A5E"/>
          </a:solidFill>
          <a:ln w="12700">
            <a:solidFill>
              <a:srgbClr val="3B4A5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480560" y="3520440"/>
            <a:ext cx="246888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2 → 6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589520" y="2011680"/>
            <a:ext cx="1280160" cy="1005840"/>
          </a:xfrm>
          <a:prstGeom prst="roundRect">
            <a:avLst>
              <a:gd name="adj" fmla="val 7273"/>
            </a:avLst>
          </a:prstGeom>
          <a:solidFill>
            <a:srgbClr val="5B6776"/>
          </a:solidFill>
          <a:ln w="12700">
            <a:solidFill>
              <a:srgbClr val="5B677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589520" y="2011680"/>
            <a:ext cx="128016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· logs · alarms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463040" y="2514600"/>
            <a:ext cx="457200" cy="0"/>
          </a:xfrm>
          <a:prstGeom prst="line">
            <a:avLst/>
          </a:prstGeom>
          <a:noFill/>
          <a:ln w="25400">
            <a:solidFill>
              <a:srgbClr val="1F2A37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657600" y="2514600"/>
            <a:ext cx="457200" cy="0"/>
          </a:xfrm>
          <a:prstGeom prst="line">
            <a:avLst/>
          </a:prstGeom>
          <a:noFill/>
          <a:ln w="25400">
            <a:solidFill>
              <a:srgbClr val="1F2A37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223760" y="2514600"/>
            <a:ext cx="365760" cy="0"/>
          </a:xfrm>
          <a:prstGeom prst="line">
            <a:avLst/>
          </a:prstGeom>
          <a:noFill/>
          <a:ln w="19050">
            <a:solidFill>
              <a:srgbClr val="5B6776"/>
            </a:solidFill>
            <a:prstDash val="dash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457200" y="443484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Instances sit in private subnets; only the ALB security group can reach port 8000. IAM role (no keys) ships metrics and logs.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20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Code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88720"/>
            <a:ext cx="8229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modules/vpc: terraform-aws-modules/vpc, public + private subnets, NAT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modules/alb: SG, HTTPS listener, HTTP→HTTPS redirect, target group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modules/asg: launch template, IAM role, SG, instance refresh, scaling policies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modules/monitoring: dashboard, alarms, SNS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state: S3 + DynamoDB locking; outputs include the ALB DNS name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20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Zero-Downtime Rolling Deployment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68680" y="1234440"/>
            <a:ext cx="548640" cy="54864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1234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65760" y="18745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AMI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22402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Packer bake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0" y="1234440"/>
            <a:ext cx="548640" cy="54864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560320" y="1234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057400" y="18745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LT version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057400" y="22402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apply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51960" y="1234440"/>
            <a:ext cx="548640" cy="54864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251960" y="1234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3749040" y="18745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refresh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749040" y="22402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new first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43600" y="1234440"/>
            <a:ext cx="548640" cy="54864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943600" y="1234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440680" y="18745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gate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440680" y="22402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 /health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635240" y="1234440"/>
            <a:ext cx="548640" cy="54864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35240" y="1234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7132320" y="18745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Drain &amp; retire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132320" y="22402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30s draining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2926080"/>
            <a:ext cx="82296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5DBE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31520" y="301752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min_healthy_percentage = 100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max_healthy_percentage = 200  (surge capacity)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waits on the refresh, then asserts every instance runs the new version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20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Scaling Policies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011680"/>
                <a:gridCol w="32918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CPU (target tracking)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Handles compute-bound load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ALB requests per target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Scales on traffic, not just CPU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Capacity bounds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 2 / max 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instance per AZ minimum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checks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ELB, 120s grace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Replace instances failing /health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tracking replaces the classic “out at 70% / in at 30%” step policy and avoids flapping.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20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(GitHub Actions)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1508760" cy="914400"/>
          </a:xfrm>
          <a:prstGeom prst="roundRect">
            <a:avLst>
              <a:gd name="adj" fmla="val 8000"/>
            </a:avLst>
          </a:prstGeom>
          <a:solidFill>
            <a:srgbClr val="3B4A5E"/>
          </a:solidFill>
          <a:ln w="12700">
            <a:solidFill>
              <a:srgbClr val="3B4A5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1371600"/>
            <a:ext cx="150876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874520" y="1828800"/>
            <a:ext cx="182880" cy="0"/>
          </a:xfrm>
          <a:prstGeom prst="line">
            <a:avLst/>
          </a:prstGeom>
          <a:noFill/>
          <a:ln w="25400">
            <a:solidFill>
              <a:srgbClr val="1F2A37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057400" y="1371600"/>
            <a:ext cx="1508760" cy="914400"/>
          </a:xfrm>
          <a:prstGeom prst="roundRect">
            <a:avLst>
              <a:gd name="adj" fmla="val 8000"/>
            </a:avLst>
          </a:prstGeom>
          <a:solidFill>
            <a:srgbClr val="3B4A5E"/>
          </a:solidFill>
          <a:ln w="12700">
            <a:solidFill>
              <a:srgbClr val="3B4A5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057400" y="1371600"/>
            <a:ext cx="150876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fmt · validate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566160" y="1828800"/>
            <a:ext cx="182880" cy="0"/>
          </a:xfrm>
          <a:prstGeom prst="line">
            <a:avLst/>
          </a:prstGeom>
          <a:noFill/>
          <a:ln w="25400">
            <a:solidFill>
              <a:srgbClr val="1F2A37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749040" y="1371600"/>
            <a:ext cx="1508760" cy="914400"/>
          </a:xfrm>
          <a:prstGeom prst="roundRect">
            <a:avLst>
              <a:gd name="adj" fmla="val 8000"/>
            </a:avLst>
          </a:prstGeom>
          <a:solidFill>
            <a:srgbClr val="16202E"/>
          </a:solidFill>
          <a:ln w="12700">
            <a:solidFill>
              <a:srgbClr val="16202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749040" y="1371600"/>
            <a:ext cx="150876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 AMI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257800" y="1828800"/>
            <a:ext cx="182880" cy="0"/>
          </a:xfrm>
          <a:prstGeom prst="line">
            <a:avLst/>
          </a:prstGeom>
          <a:noFill/>
          <a:ln w="25400">
            <a:solidFill>
              <a:srgbClr val="1F2A37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440680" y="1371600"/>
            <a:ext cx="1508760" cy="914400"/>
          </a:xfrm>
          <a:prstGeom prst="roundRect">
            <a:avLst>
              <a:gd name="adj" fmla="val 8000"/>
            </a:avLst>
          </a:prstGeom>
          <a:solidFill>
            <a:srgbClr val="16202E"/>
          </a:solidFill>
          <a:ln w="12700">
            <a:solidFill>
              <a:srgbClr val="16202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40680" y="1371600"/>
            <a:ext cx="150876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949440" y="1828800"/>
            <a:ext cx="182880" cy="0"/>
          </a:xfrm>
          <a:prstGeom prst="line">
            <a:avLst/>
          </a:prstGeom>
          <a:noFill/>
          <a:ln w="25400">
            <a:solidFill>
              <a:srgbClr val="1F2A37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132320" y="1371600"/>
            <a:ext cx="1508760" cy="914400"/>
          </a:xfrm>
          <a:prstGeom prst="roundRect">
            <a:avLst>
              <a:gd name="adj" fmla="val 8000"/>
            </a:avLst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132320" y="1371600"/>
            <a:ext cx="150876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274320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requests: test + terraform validate only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to main: bake AMI → apply behind an environment approval gate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access via OIDC role, no stored keys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20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Alarms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97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50876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 request count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4xx / 5xx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target latency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vs unhealthy hosts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ASG CPU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Desired vs in-service capacity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1097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Alarms → SNS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754880" y="1508760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5xx &gt; 10 per min for 3 min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ASG CPU &gt; 80% for 5 min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unhealthy host for 2 min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347472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with ApacheBench against /cpu to watch scale-out live.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20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88720"/>
            <a:ext cx="8229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subnets; instance SG accepts traffic only from the ALB SG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instance profile for CloudWatch and SSM; no embedded AWS keys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IMDSv2 required; SSM Session Manager instead of SSH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 certificate with TLS 1.3 policy; HTTP redirected to HTTPS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OIDC from GitHub to AWS; encrypted, locked Terraform state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20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Talking Points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88720"/>
            <a:ext cx="8229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HA: ALB health checks + multi-AZ ASG tolerate instance and AZ failure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refresh vs blue/green (two ASGs + weighted Route 53)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Challenges: warmup time, grace period, connection draining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levers: Spot mixed instances, single vs per-AZ NAT, scheduled scaling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steps: containers on ECS/EKS, WAF, RDS Multi-AZ, auto-rollback on alarms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Auto-Scaling Web App</dc:title>
  <dc:subject>PptxGenJS Presentation</dc:subject>
  <dc:creator>PptxGenJS</dc:creator>
  <cp:lastModifiedBy>PptxGenJS</cp:lastModifiedBy>
  <cp:revision>1</cp:revision>
  <dcterms:created xsi:type="dcterms:W3CDTF">2026-10-17T18:13:47Z</dcterms:created>
  <dcterms:modified xsi:type="dcterms:W3CDTF">2026-10-17T18:13:47Z</dcterms:modified>
</cp:coreProperties>
</file>